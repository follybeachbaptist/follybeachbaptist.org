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0972800" cy="4022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8349"/>
            <a:ext cx="8229600" cy="1400504"/>
          </a:xfrm>
        </p:spPr>
        <p:txBody>
          <a:bodyPr anchor="b"/>
          <a:lstStyle>
            <a:lvl1pPr algn="ctr"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12862"/>
            <a:ext cx="8229600" cy="971227"/>
          </a:xfrm>
        </p:spPr>
        <p:txBody>
          <a:bodyPr/>
          <a:lstStyle>
            <a:lvl1pPr marL="0" indent="0" algn="ctr">
              <a:buNone/>
              <a:defRPr sz="1408"/>
            </a:lvl1pPr>
            <a:lvl2pPr marL="268194" indent="0" algn="ctr">
              <a:buNone/>
              <a:defRPr sz="1173"/>
            </a:lvl2pPr>
            <a:lvl3pPr marL="536387" indent="0" algn="ctr">
              <a:buNone/>
              <a:defRPr sz="1056"/>
            </a:lvl3pPr>
            <a:lvl4pPr marL="804581" indent="0" algn="ctr">
              <a:buNone/>
              <a:defRPr sz="939"/>
            </a:lvl4pPr>
            <a:lvl5pPr marL="1072774" indent="0" algn="ctr">
              <a:buNone/>
              <a:defRPr sz="939"/>
            </a:lvl5pPr>
            <a:lvl6pPr marL="1340968" indent="0" algn="ctr">
              <a:buNone/>
              <a:defRPr sz="939"/>
            </a:lvl6pPr>
            <a:lvl7pPr marL="1609161" indent="0" algn="ctr">
              <a:buNone/>
              <a:defRPr sz="939"/>
            </a:lvl7pPr>
            <a:lvl8pPr marL="1877355" indent="0" algn="ctr">
              <a:buNone/>
              <a:defRPr sz="939"/>
            </a:lvl8pPr>
            <a:lvl9pPr marL="2145548" indent="0" algn="ctr">
              <a:buNone/>
              <a:defRPr sz="9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1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5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002888"/>
            <a:ext cx="9464040" cy="1673342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2692060"/>
            <a:ext cx="9464040" cy="879971"/>
          </a:xfrm>
        </p:spPr>
        <p:txBody>
          <a:bodyPr/>
          <a:lstStyle>
            <a:lvl1pPr marL="0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1pPr>
            <a:lvl2pPr marL="2681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2pPr>
            <a:lvl3pPr marL="536387" indent="0">
              <a:buNone/>
              <a:defRPr sz="1056">
                <a:solidFill>
                  <a:schemeClr val="tx1">
                    <a:tint val="82000"/>
                  </a:schemeClr>
                </a:solidFill>
              </a:defRPr>
            </a:lvl3pPr>
            <a:lvl4pPr marL="804581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4pPr>
            <a:lvl5pPr marL="1072774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5pPr>
            <a:lvl6pPr marL="1340968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6pPr>
            <a:lvl7pPr marL="1609161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7pPr>
            <a:lvl8pPr marL="1877355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8pPr>
            <a:lvl9pPr marL="2145548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3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070864"/>
            <a:ext cx="4663440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070864"/>
            <a:ext cx="4663440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8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214173"/>
            <a:ext cx="9464040" cy="777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986127"/>
            <a:ext cx="4642008" cy="483285"/>
          </a:xfrm>
        </p:spPr>
        <p:txBody>
          <a:bodyPr anchor="b"/>
          <a:lstStyle>
            <a:lvl1pPr marL="0" indent="0">
              <a:buNone/>
              <a:defRPr sz="1408" b="1"/>
            </a:lvl1pPr>
            <a:lvl2pPr marL="268194" indent="0">
              <a:buNone/>
              <a:defRPr sz="1173" b="1"/>
            </a:lvl2pPr>
            <a:lvl3pPr marL="536387" indent="0">
              <a:buNone/>
              <a:defRPr sz="1056" b="1"/>
            </a:lvl3pPr>
            <a:lvl4pPr marL="804581" indent="0">
              <a:buNone/>
              <a:defRPr sz="939" b="1"/>
            </a:lvl4pPr>
            <a:lvl5pPr marL="1072774" indent="0">
              <a:buNone/>
              <a:defRPr sz="939" b="1"/>
            </a:lvl5pPr>
            <a:lvl6pPr marL="1340968" indent="0">
              <a:buNone/>
              <a:defRPr sz="939" b="1"/>
            </a:lvl6pPr>
            <a:lvl7pPr marL="1609161" indent="0">
              <a:buNone/>
              <a:defRPr sz="939" b="1"/>
            </a:lvl7pPr>
            <a:lvl8pPr marL="1877355" indent="0">
              <a:buNone/>
              <a:defRPr sz="939" b="1"/>
            </a:lvl8pPr>
            <a:lvl9pPr marL="2145548" indent="0">
              <a:buNone/>
              <a:defRPr sz="9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1469412"/>
            <a:ext cx="4642008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986127"/>
            <a:ext cx="4664869" cy="483285"/>
          </a:xfrm>
        </p:spPr>
        <p:txBody>
          <a:bodyPr anchor="b"/>
          <a:lstStyle>
            <a:lvl1pPr marL="0" indent="0">
              <a:buNone/>
              <a:defRPr sz="1408" b="1"/>
            </a:lvl1pPr>
            <a:lvl2pPr marL="268194" indent="0">
              <a:buNone/>
              <a:defRPr sz="1173" b="1"/>
            </a:lvl2pPr>
            <a:lvl3pPr marL="536387" indent="0">
              <a:buNone/>
              <a:defRPr sz="1056" b="1"/>
            </a:lvl3pPr>
            <a:lvl4pPr marL="804581" indent="0">
              <a:buNone/>
              <a:defRPr sz="939" b="1"/>
            </a:lvl4pPr>
            <a:lvl5pPr marL="1072774" indent="0">
              <a:buNone/>
              <a:defRPr sz="939" b="1"/>
            </a:lvl5pPr>
            <a:lvl6pPr marL="1340968" indent="0">
              <a:buNone/>
              <a:defRPr sz="939" b="1"/>
            </a:lvl6pPr>
            <a:lvl7pPr marL="1609161" indent="0">
              <a:buNone/>
              <a:defRPr sz="939" b="1"/>
            </a:lvl7pPr>
            <a:lvl8pPr marL="1877355" indent="0">
              <a:buNone/>
              <a:defRPr sz="939" b="1"/>
            </a:lvl8pPr>
            <a:lvl9pPr marL="2145548" indent="0">
              <a:buNone/>
              <a:defRPr sz="9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1469412"/>
            <a:ext cx="4664869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7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68182"/>
            <a:ext cx="3539013" cy="938636"/>
          </a:xfrm>
        </p:spPr>
        <p:txBody>
          <a:bodyPr anchor="b"/>
          <a:lstStyle>
            <a:lvl1pPr>
              <a:defRPr sz="1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579198"/>
            <a:ext cx="5554980" cy="2858742"/>
          </a:xfrm>
        </p:spPr>
        <p:txBody>
          <a:bodyPr/>
          <a:lstStyle>
            <a:lvl1pPr>
              <a:defRPr sz="1877"/>
            </a:lvl1pPr>
            <a:lvl2pPr>
              <a:defRPr sz="1642"/>
            </a:lvl2pPr>
            <a:lvl3pPr>
              <a:defRPr sz="1408"/>
            </a:lvl3pPr>
            <a:lvl4pPr>
              <a:defRPr sz="1173"/>
            </a:lvl4pPr>
            <a:lvl5pPr>
              <a:defRPr sz="1173"/>
            </a:lvl5pPr>
            <a:lvl6pPr>
              <a:defRPr sz="1173"/>
            </a:lvl6pPr>
            <a:lvl7pPr>
              <a:defRPr sz="1173"/>
            </a:lvl7pPr>
            <a:lvl8pPr>
              <a:defRPr sz="1173"/>
            </a:lvl8pPr>
            <a:lvl9pPr>
              <a:defRPr sz="1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206817"/>
            <a:ext cx="3539013" cy="2235779"/>
          </a:xfrm>
        </p:spPr>
        <p:txBody>
          <a:bodyPr/>
          <a:lstStyle>
            <a:lvl1pPr marL="0" indent="0">
              <a:buNone/>
              <a:defRPr sz="939"/>
            </a:lvl1pPr>
            <a:lvl2pPr marL="268194" indent="0">
              <a:buNone/>
              <a:defRPr sz="821"/>
            </a:lvl2pPr>
            <a:lvl3pPr marL="536387" indent="0">
              <a:buNone/>
              <a:defRPr sz="704"/>
            </a:lvl3pPr>
            <a:lvl4pPr marL="804581" indent="0">
              <a:buNone/>
              <a:defRPr sz="587"/>
            </a:lvl4pPr>
            <a:lvl5pPr marL="1072774" indent="0">
              <a:buNone/>
              <a:defRPr sz="587"/>
            </a:lvl5pPr>
            <a:lvl6pPr marL="1340968" indent="0">
              <a:buNone/>
              <a:defRPr sz="587"/>
            </a:lvl6pPr>
            <a:lvl7pPr marL="1609161" indent="0">
              <a:buNone/>
              <a:defRPr sz="587"/>
            </a:lvl7pPr>
            <a:lvl8pPr marL="1877355" indent="0">
              <a:buNone/>
              <a:defRPr sz="587"/>
            </a:lvl8pPr>
            <a:lvl9pPr marL="2145548" indent="0">
              <a:buNone/>
              <a:defRPr sz="5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6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68182"/>
            <a:ext cx="3539013" cy="938636"/>
          </a:xfrm>
        </p:spPr>
        <p:txBody>
          <a:bodyPr anchor="b"/>
          <a:lstStyle>
            <a:lvl1pPr>
              <a:defRPr sz="1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579198"/>
            <a:ext cx="5554980" cy="2858742"/>
          </a:xfrm>
        </p:spPr>
        <p:txBody>
          <a:bodyPr anchor="t"/>
          <a:lstStyle>
            <a:lvl1pPr marL="0" indent="0">
              <a:buNone/>
              <a:defRPr sz="1877"/>
            </a:lvl1pPr>
            <a:lvl2pPr marL="268194" indent="0">
              <a:buNone/>
              <a:defRPr sz="1642"/>
            </a:lvl2pPr>
            <a:lvl3pPr marL="536387" indent="0">
              <a:buNone/>
              <a:defRPr sz="1408"/>
            </a:lvl3pPr>
            <a:lvl4pPr marL="804581" indent="0">
              <a:buNone/>
              <a:defRPr sz="1173"/>
            </a:lvl4pPr>
            <a:lvl5pPr marL="1072774" indent="0">
              <a:buNone/>
              <a:defRPr sz="1173"/>
            </a:lvl5pPr>
            <a:lvl6pPr marL="1340968" indent="0">
              <a:buNone/>
              <a:defRPr sz="1173"/>
            </a:lvl6pPr>
            <a:lvl7pPr marL="1609161" indent="0">
              <a:buNone/>
              <a:defRPr sz="1173"/>
            </a:lvl7pPr>
            <a:lvl8pPr marL="1877355" indent="0">
              <a:buNone/>
              <a:defRPr sz="1173"/>
            </a:lvl8pPr>
            <a:lvl9pPr marL="2145548" indent="0">
              <a:buNone/>
              <a:defRPr sz="1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206817"/>
            <a:ext cx="3539013" cy="2235779"/>
          </a:xfrm>
        </p:spPr>
        <p:txBody>
          <a:bodyPr/>
          <a:lstStyle>
            <a:lvl1pPr marL="0" indent="0">
              <a:buNone/>
              <a:defRPr sz="939"/>
            </a:lvl1pPr>
            <a:lvl2pPr marL="268194" indent="0">
              <a:buNone/>
              <a:defRPr sz="821"/>
            </a:lvl2pPr>
            <a:lvl3pPr marL="536387" indent="0">
              <a:buNone/>
              <a:defRPr sz="704"/>
            </a:lvl3pPr>
            <a:lvl4pPr marL="804581" indent="0">
              <a:buNone/>
              <a:defRPr sz="587"/>
            </a:lvl4pPr>
            <a:lvl5pPr marL="1072774" indent="0">
              <a:buNone/>
              <a:defRPr sz="587"/>
            </a:lvl5pPr>
            <a:lvl6pPr marL="1340968" indent="0">
              <a:buNone/>
              <a:defRPr sz="587"/>
            </a:lvl6pPr>
            <a:lvl7pPr marL="1609161" indent="0">
              <a:buNone/>
              <a:defRPr sz="587"/>
            </a:lvl7pPr>
            <a:lvl8pPr marL="1877355" indent="0">
              <a:buNone/>
              <a:defRPr sz="587"/>
            </a:lvl8pPr>
            <a:lvl9pPr marL="2145548" indent="0">
              <a:buNone/>
              <a:defRPr sz="5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8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6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214173"/>
            <a:ext cx="2366010" cy="3409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214173"/>
            <a:ext cx="6960870" cy="34090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8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214173"/>
            <a:ext cx="9464040" cy="777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070864"/>
            <a:ext cx="9464040" cy="2552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3728470"/>
            <a:ext cx="246888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6C3D0-1E5C-44D4-B8C2-1A4DA60E422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3728470"/>
            <a:ext cx="370332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3728470"/>
            <a:ext cx="246888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1CE65-1414-4555-83E5-B6C8E2B9A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92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6387" rtl="0" eaLnBrk="1" latinLnBrk="0" hangingPunct="1">
        <a:lnSpc>
          <a:spcPct val="90000"/>
        </a:lnSpc>
        <a:spcBef>
          <a:spcPct val="0"/>
        </a:spcBef>
        <a:buNone/>
        <a:defRPr sz="25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097" indent="-134097" algn="l" defTabSz="53638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1642" kern="1200">
          <a:solidFill>
            <a:schemeClr val="tx1"/>
          </a:solidFill>
          <a:latin typeface="+mn-lt"/>
          <a:ea typeface="+mn-ea"/>
          <a:cs typeface="+mn-cs"/>
        </a:defRPr>
      </a:lvl1pPr>
      <a:lvl2pPr marL="402290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408" kern="1200">
          <a:solidFill>
            <a:schemeClr val="tx1"/>
          </a:solidFill>
          <a:latin typeface="+mn-lt"/>
          <a:ea typeface="+mn-ea"/>
          <a:cs typeface="+mn-cs"/>
        </a:defRPr>
      </a:lvl2pPr>
      <a:lvl3pPr marL="670484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173" kern="1200">
          <a:solidFill>
            <a:schemeClr val="tx1"/>
          </a:solidFill>
          <a:latin typeface="+mn-lt"/>
          <a:ea typeface="+mn-ea"/>
          <a:cs typeface="+mn-cs"/>
        </a:defRPr>
      </a:lvl3pPr>
      <a:lvl4pPr marL="938677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4pPr>
      <a:lvl5pPr marL="1206871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5pPr>
      <a:lvl6pPr marL="1475064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6pPr>
      <a:lvl7pPr marL="1743258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7pPr>
      <a:lvl8pPr marL="2011451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8pPr>
      <a:lvl9pPr marL="2279645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1pPr>
      <a:lvl2pPr marL="268194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2pPr>
      <a:lvl3pPr marL="536387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3pPr>
      <a:lvl4pPr marL="804581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4pPr>
      <a:lvl5pPr marL="1072774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5pPr>
      <a:lvl6pPr marL="1340968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6pPr>
      <a:lvl7pPr marL="1609161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7pPr>
      <a:lvl8pPr marL="1877355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8pPr>
      <a:lvl9pPr marL="2145548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jp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8C319-4906-D66B-F1CD-54E01C4F1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00"/>
          <a:stretch>
            <a:fillRect/>
          </a:stretch>
        </p:blipFill>
        <p:spPr>
          <a:xfrm>
            <a:off x="4505325" y="1030287"/>
            <a:ext cx="1962150" cy="1962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8B2BC-C8F4-84FE-9AA4-6A893D705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6" t="9783"/>
          <a:stretch>
            <a:fillRect/>
          </a:stretch>
        </p:blipFill>
        <p:spPr>
          <a:xfrm>
            <a:off x="-1" y="0"/>
            <a:ext cx="1553515" cy="13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D950CB-2E3B-3708-8AA4-C9DD934FD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26"/>
          <a:stretch>
            <a:fillRect/>
          </a:stretch>
        </p:blipFill>
        <p:spPr>
          <a:xfrm>
            <a:off x="0" y="2640012"/>
            <a:ext cx="1553515" cy="1382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B1305-2B37-2C24-F042-E9A8B284A7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" t="8114" r="-647" b="1669"/>
          <a:stretch>
            <a:fillRect/>
          </a:stretch>
        </p:blipFill>
        <p:spPr>
          <a:xfrm>
            <a:off x="9010650" y="1"/>
            <a:ext cx="2051050" cy="1447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42F86D-DC23-94DF-2E5E-23D557D9A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650" y="2689223"/>
            <a:ext cx="1962150" cy="13335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CDC4E7-AF0B-80F8-DBC5-32134406A8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25" y="0"/>
            <a:ext cx="1962150" cy="10302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43DF03-EC8A-27F8-31B8-B416023A8A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650" y="1449385"/>
            <a:ext cx="1962150" cy="12398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AD145A3-520A-4A40-F7ED-36F1D26EBC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06512"/>
            <a:ext cx="1553515" cy="1333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C35A50-6F5E-18CB-94BC-0F048EFA66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14" y="-26988"/>
            <a:ext cx="1553515" cy="13335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72B3F0-B1C3-C14C-C8DB-2D5B574292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14" y="1306512"/>
            <a:ext cx="1553515" cy="1333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8041D11-C599-7D82-E011-28C68907A8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400" y="0"/>
            <a:ext cx="1365250" cy="1447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9026EDC-3898-FCAA-96E5-CACBCF3885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475" y="0"/>
            <a:ext cx="1177925" cy="1447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6BB78AF-0F09-543F-76B8-58F45767E4B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28" y="-9526"/>
            <a:ext cx="1398295" cy="13430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D4BBB8E-CFD3-E35B-0542-7E4C93140E0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07028" y="1350963"/>
            <a:ext cx="1398295" cy="129857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C9DA6C2-F479-8025-A545-697438190F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27" y="2613024"/>
            <a:ext cx="1398296" cy="14097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A9D9C67-7E38-3E1B-9E05-BF7C559463A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12" y="2595560"/>
            <a:ext cx="1586564" cy="14271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DA9F6D8-76B4-1C87-BEA3-2BDD2B0851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23" y="2992436"/>
            <a:ext cx="1962152" cy="104775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05DF6C4-5681-E8AD-F6FA-BEBB5B2DD7C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012" y="1447800"/>
            <a:ext cx="1202388" cy="154463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7144D53-6D99-38FB-C965-03DECC3D813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398" y="1447799"/>
            <a:ext cx="1397651" cy="154463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E144051-491C-0D5C-888D-B87A9867C23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475" y="2992435"/>
            <a:ext cx="2551112" cy="10302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CA3B7E-31AC-D932-03D1-35403078622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862" y="1030287"/>
            <a:ext cx="1986612" cy="196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4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Smith</dc:creator>
  <cp:lastModifiedBy>Billy Smith</cp:lastModifiedBy>
  <cp:revision>2</cp:revision>
  <dcterms:created xsi:type="dcterms:W3CDTF">2026-08-14T15:14:46Z</dcterms:created>
  <dcterms:modified xsi:type="dcterms:W3CDTF">2026-08-15T23:47:08Z</dcterms:modified>
</cp:coreProperties>
</file>